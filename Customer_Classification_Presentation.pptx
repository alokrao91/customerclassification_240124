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8" y="6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Customer Classification – Capstone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Identifying High and Low Revenue Customers for a Stock Broking Firm</a:t>
            </a:r>
          </a:p>
        </p:txBody>
      </p:sp>
      <p:pic>
        <p:nvPicPr>
          <p:cNvPr id="1026" name="Picture 2" descr="image alt">
            <a:extLst>
              <a:ext uri="{FF2B5EF4-FFF2-40B4-BE49-F238E27FC236}">
                <a16:creationId xmlns:a16="http://schemas.microsoft.com/office/drawing/2014/main" id="{F48535D9-B05D-93B2-0590-A4ADBF58B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63295"/>
            <a:ext cx="9144000" cy="2767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alt">
            <a:extLst>
              <a:ext uri="{FF2B5EF4-FFF2-40B4-BE49-F238E27FC236}">
                <a16:creationId xmlns:a16="http://schemas.microsoft.com/office/drawing/2014/main" id="{24827FC3-5485-31E7-EDEA-3ADFB4411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05400"/>
            <a:ext cx="91440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Classify customers into:</a:t>
            </a:r>
          </a:p>
          <a:p>
            <a:r>
              <a:t>   - Class 1: High Revenue</a:t>
            </a:r>
          </a:p>
          <a:p>
            <a:r>
              <a:t>   - Class 2: Low Revenue</a:t>
            </a:r>
          </a:p>
          <a:p>
            <a:r>
              <a:t>• Help stock broking firm focus on potential high-value customers</a:t>
            </a:r>
          </a:p>
          <a:p>
            <a:r>
              <a:t>• Supervised classification using labeled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Load Data into Python</a:t>
            </a:r>
          </a:p>
          <a:p>
            <a:r>
              <a:t>2. Train-Validation Split</a:t>
            </a:r>
          </a:p>
          <a:p>
            <a:r>
              <a:t>3. EDA and Preprocessing</a:t>
            </a:r>
          </a:p>
          <a:p>
            <a:r>
              <a:t>4. Model Building</a:t>
            </a:r>
          </a:p>
          <a:p>
            <a:r>
              <a:t>5. Model Evaluation</a:t>
            </a:r>
          </a:p>
          <a:p>
            <a:r>
              <a:t>6. Iterative Performance Tuning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Imbalance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Imbalance in class distribution:</a:t>
            </a:r>
          </a:p>
          <a:p>
            <a:r>
              <a:t>   - 90%: Class 2 (Low Revenue)</a:t>
            </a:r>
          </a:p>
          <a:p>
            <a:r>
              <a:t>   - 10%: Class 1 (High Revenue)</a:t>
            </a:r>
          </a:p>
          <a:p>
            <a:r>
              <a:t>• Used F1-score for fair evaluation</a:t>
            </a:r>
          </a:p>
          <a:p>
            <a:r>
              <a:t>• Addressed imbalance during model 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Logistic Regression</a:t>
            </a:r>
          </a:p>
          <a:p>
            <a:r>
              <a:t>• Random Forest</a:t>
            </a:r>
          </a:p>
          <a:p>
            <a:r>
              <a:t>• K-Nearest Neighbors (KNN)</a:t>
            </a:r>
          </a:p>
          <a:p>
            <a:r>
              <a:t>• Decision Tree</a:t>
            </a:r>
          </a:p>
          <a:p>
            <a:r>
              <a:t>• Support Vector Machine (SVM)</a:t>
            </a:r>
          </a:p>
          <a:p>
            <a:r>
              <a:t>• Gradient Boosting Classifier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Hyperparameter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GridSearchCV – Exhaustive parameter tuning</a:t>
            </a:r>
          </a:p>
          <a:p>
            <a:r>
              <a:t>• RandomizedSearchCV – Faster alternative for hyperparameter search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Ensemble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Combined best performing models:</a:t>
            </a:r>
          </a:p>
          <a:p>
            <a:r>
              <a:t>   - Logistic Regression</a:t>
            </a:r>
          </a:p>
          <a:p>
            <a:r>
              <a:t>   - Random Forest</a:t>
            </a:r>
          </a:p>
          <a:p>
            <a:r>
              <a:t>   - K-Nearest Neighbors</a:t>
            </a:r>
          </a:p>
          <a:p>
            <a:r>
              <a:t>• Custom ensemble improved overall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Train F1 Score: 0.880</a:t>
            </a:r>
          </a:p>
          <a:p>
            <a:r>
              <a:t>• Validation F1 Score: 0.821</a:t>
            </a:r>
          </a:p>
          <a:p>
            <a:r>
              <a:t>• Best Model: SVM (SVC)</a:t>
            </a:r>
          </a:p>
          <a:p>
            <a:r>
              <a:t>   - Mean Train Score: 0.881</a:t>
            </a:r>
          </a:p>
          <a:p>
            <a:r>
              <a:t>   - Mean Validation Score: 0.851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 classification of high vs low revenue customers</a:t>
            </a:r>
          </a:p>
          <a:p>
            <a:r>
              <a:t>• SVM and Ensemble methods gave best results</a:t>
            </a:r>
          </a:p>
          <a:p>
            <a:r>
              <a:t>• Business value: Enables targeted customer strategies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and Discussions Welcome!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264</Words>
  <Application>Microsoft Office PowerPoint</Application>
  <PresentationFormat>On-screen Show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Customer Classification – Capstone Project</vt:lpstr>
      <vt:lpstr>Project Objective</vt:lpstr>
      <vt:lpstr>Machine Learning Pipeline</vt:lpstr>
      <vt:lpstr>Class Imbalance Challenge</vt:lpstr>
      <vt:lpstr>Algorithms Used</vt:lpstr>
      <vt:lpstr>Hyperparameter Tuning</vt:lpstr>
      <vt:lpstr>Ensemble Modeling</vt:lpstr>
      <vt:lpstr>Model Performance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alok d</cp:lastModifiedBy>
  <cp:revision>2</cp:revision>
  <dcterms:created xsi:type="dcterms:W3CDTF">2013-01-27T09:14:16Z</dcterms:created>
  <dcterms:modified xsi:type="dcterms:W3CDTF">2025-06-30T07:41:15Z</dcterms:modified>
  <cp:category/>
</cp:coreProperties>
</file>